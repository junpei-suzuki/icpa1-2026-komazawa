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グループ化 77">
            <a:extLst>
              <a:ext uri="{FF2B5EF4-FFF2-40B4-BE49-F238E27FC236}">
                <a16:creationId xmlns:a16="http://schemas.microsoft.com/office/drawing/2014/main" id="{58411457-619E-ADB4-D935-8B94EB0A47D4}"/>
              </a:ext>
            </a:extLst>
          </p:cNvPr>
          <p:cNvGrpSpPr/>
          <p:nvPr/>
        </p:nvGrpSpPr>
        <p:grpSpPr>
          <a:xfrm>
            <a:off x="816467" y="489044"/>
            <a:ext cx="10559065" cy="5355085"/>
            <a:chOff x="1322733" y="-10687"/>
            <a:chExt cx="10559065" cy="5355085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594F5990-8E7F-2FEA-4324-C59DC873E8C9}"/>
                </a:ext>
              </a:extLst>
            </p:cNvPr>
            <p:cNvSpPr/>
            <p:nvPr/>
          </p:nvSpPr>
          <p:spPr>
            <a:xfrm>
              <a:off x="2914992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E8890BD2-8782-3FF0-8772-C97C63D44589}"/>
                </a:ext>
              </a:extLst>
            </p:cNvPr>
            <p:cNvSpPr/>
            <p:nvPr/>
          </p:nvSpPr>
          <p:spPr>
            <a:xfrm>
              <a:off x="1447702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「説明」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とは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何か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431C8EAE-5EC1-28D0-5373-7C1035438AC4}"/>
                </a:ext>
              </a:extLst>
            </p:cNvPr>
            <p:cNvSpPr/>
            <p:nvPr/>
          </p:nvSpPr>
          <p:spPr>
            <a:xfrm>
              <a:off x="1447701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反証可能性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6C7A130-03AE-B0E6-0B3D-25F0F69ABA61}"/>
                </a:ext>
              </a:extLst>
            </p:cNvPr>
            <p:cNvSpPr/>
            <p:nvPr/>
          </p:nvSpPr>
          <p:spPr>
            <a:xfrm>
              <a:off x="1447700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説明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一般化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C20CC287-E636-D6DF-8441-FF87DBFBFECA}"/>
                </a:ext>
              </a:extLst>
            </p:cNvPr>
            <p:cNvSpPr/>
            <p:nvPr/>
          </p:nvSpPr>
          <p:spPr>
            <a:xfrm>
              <a:off x="1447699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推論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としての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記述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235EB322-87B3-BC74-6D0E-B384A4E0ADBE}"/>
                </a:ext>
              </a:extLst>
            </p:cNvPr>
            <p:cNvSpPr/>
            <p:nvPr/>
          </p:nvSpPr>
          <p:spPr>
            <a:xfrm>
              <a:off x="4207378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相関関係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因果関係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C744543C-A7BF-EB10-13B3-2D3979B8BC3E}"/>
                </a:ext>
              </a:extLst>
            </p:cNvPr>
            <p:cNvSpPr/>
            <p:nvPr/>
          </p:nvSpPr>
          <p:spPr>
            <a:xfrm>
              <a:off x="4207377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原因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時間的先行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36A3423B-0106-AB59-E889-548128443100}"/>
                </a:ext>
              </a:extLst>
            </p:cNvPr>
            <p:cNvSpPr/>
            <p:nvPr/>
          </p:nvSpPr>
          <p:spPr>
            <a:xfrm>
              <a:off x="4207376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統制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3716C236-CD6C-5055-EACC-5CAB6591B5F7}"/>
                </a:ext>
              </a:extLst>
            </p:cNvPr>
            <p:cNvSpPr/>
            <p:nvPr/>
          </p:nvSpPr>
          <p:spPr>
            <a:xfrm>
              <a:off x="4207375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単位／選択／観察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5C9A3D-35F0-01DD-9B15-82D3A80687BE}"/>
                </a:ext>
              </a:extLst>
            </p:cNvPr>
            <p:cNvSpPr/>
            <p:nvPr/>
          </p:nvSpPr>
          <p:spPr>
            <a:xfrm>
              <a:off x="6967051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比較事例分析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88BD0B48-FF48-613C-7F31-14A638143A06}"/>
                </a:ext>
              </a:extLst>
            </p:cNvPr>
            <p:cNvSpPr/>
            <p:nvPr/>
          </p:nvSpPr>
          <p:spPr>
            <a:xfrm>
              <a:off x="6967049" y="283559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単一事例分析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DD1E3359-30D8-A53D-656D-8DB51D2588BC}"/>
                </a:ext>
              </a:extLst>
            </p:cNvPr>
            <p:cNvSpPr/>
            <p:nvPr/>
          </p:nvSpPr>
          <p:spPr>
            <a:xfrm>
              <a:off x="6028839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現実政治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方法論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05CFA595-B43D-DB3E-17CD-054172DA4D5E}"/>
                </a:ext>
              </a:extLst>
            </p:cNvPr>
            <p:cNvSpPr/>
            <p:nvPr/>
          </p:nvSpPr>
          <p:spPr>
            <a:xfrm>
              <a:off x="9726723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学んだことのまとめ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EB2A65B4-3DF3-B772-4AFA-2E6EDFAE6403}"/>
                </a:ext>
              </a:extLst>
            </p:cNvPr>
            <p:cNvSpPr/>
            <p:nvPr/>
          </p:nvSpPr>
          <p:spPr>
            <a:xfrm>
              <a:off x="9726722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グループ発表準備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912312B4-C3D3-F51E-40AE-4AE3F1A0A071}"/>
                </a:ext>
              </a:extLst>
            </p:cNvPr>
            <p:cNvSpPr/>
            <p:nvPr/>
          </p:nvSpPr>
          <p:spPr>
            <a:xfrm>
              <a:off x="9726721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D167B5F8-B08F-8B47-CAF8-080BB10CF4D8}"/>
                </a:ext>
              </a:extLst>
            </p:cNvPr>
            <p:cNvSpPr/>
            <p:nvPr/>
          </p:nvSpPr>
          <p:spPr>
            <a:xfrm>
              <a:off x="1322733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29A0DDBE-ECAC-EF5F-B421-C81C6C3F635D}"/>
                </a:ext>
              </a:extLst>
            </p:cNvPr>
            <p:cNvSpPr/>
            <p:nvPr/>
          </p:nvSpPr>
          <p:spPr>
            <a:xfrm>
              <a:off x="4078781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40EAB18-8293-0861-ADC5-BB2F5E9580BA}"/>
                </a:ext>
              </a:extLst>
            </p:cNvPr>
            <p:cNvSpPr/>
            <p:nvPr/>
          </p:nvSpPr>
          <p:spPr>
            <a:xfrm>
              <a:off x="6834121" y="1778252"/>
              <a:ext cx="2292337" cy="191713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43760947-926A-46C9-23E9-D6280994B4DB}"/>
                </a:ext>
              </a:extLst>
            </p:cNvPr>
            <p:cNvSpPr/>
            <p:nvPr/>
          </p:nvSpPr>
          <p:spPr>
            <a:xfrm>
              <a:off x="2769033" y="234326"/>
              <a:ext cx="5534995" cy="101289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5F6060F-7401-59A8-B8CA-1716047559B6}"/>
                </a:ext>
              </a:extLst>
            </p:cNvPr>
            <p:cNvSpPr txBox="1"/>
            <p:nvPr/>
          </p:nvSpPr>
          <p:spPr>
            <a:xfrm>
              <a:off x="2885242" y="-10687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政治学と方法論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4C28D3F1-7994-EF37-AB41-39D0BA86F194}"/>
                </a:ext>
              </a:extLst>
            </p:cNvPr>
            <p:cNvSpPr/>
            <p:nvPr/>
          </p:nvSpPr>
          <p:spPr>
            <a:xfrm>
              <a:off x="9589461" y="1778250"/>
              <a:ext cx="2292337" cy="2708689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カギ線コネクタ 33">
              <a:extLst>
                <a:ext uri="{FF2B5EF4-FFF2-40B4-BE49-F238E27FC236}">
                  <a16:creationId xmlns:a16="http://schemas.microsoft.com/office/drawing/2014/main" id="{06FF349D-4DE0-F528-7F9E-EC1A6156DFF3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2764342" y="720651"/>
              <a:ext cx="864831" cy="146729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カギ線コネクタ 36">
              <a:extLst>
                <a:ext uri="{FF2B5EF4-FFF2-40B4-BE49-F238E27FC236}">
                  <a16:creationId xmlns:a16="http://schemas.microsoft.com/office/drawing/2014/main" id="{41C8023F-2DC4-CC5D-E869-6F7D30ED8D6F}"/>
                </a:ext>
              </a:extLst>
            </p:cNvPr>
            <p:cNvCxnSpPr>
              <a:cxnSpLocks/>
              <a:stCxn id="11" idx="2"/>
              <a:endCxn id="12" idx="1"/>
            </p:cNvCxnSpPr>
            <p:nvPr/>
          </p:nvCxnSpPr>
          <p:spPr>
            <a:xfrm rot="5400000" flipH="1" flipV="1">
              <a:off x="1819252" y="2849545"/>
              <a:ext cx="3031982" cy="1744269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カギ線コネクタ 39">
              <a:extLst>
                <a:ext uri="{FF2B5EF4-FFF2-40B4-BE49-F238E27FC236}">
                  <a16:creationId xmlns:a16="http://schemas.microsoft.com/office/drawing/2014/main" id="{12D968FB-D9B2-5687-2691-A425D96DA9D4}"/>
                </a:ext>
              </a:extLst>
            </p:cNvPr>
            <p:cNvCxnSpPr>
              <a:cxnSpLocks/>
              <a:stCxn id="15" idx="2"/>
              <a:endCxn id="16" idx="1"/>
            </p:cNvCxnSpPr>
            <p:nvPr/>
          </p:nvCxnSpPr>
          <p:spPr>
            <a:xfrm rot="5400000" flipH="1" flipV="1">
              <a:off x="4578927" y="2849547"/>
              <a:ext cx="3031982" cy="1744266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9F0E643E-0419-EC64-A4D0-55BA9BE783F0}"/>
                </a:ext>
              </a:extLst>
            </p:cNvPr>
            <p:cNvCxnSpPr>
              <a:cxnSpLocks/>
              <a:stCxn id="17" idx="3"/>
              <a:endCxn id="20" idx="2"/>
            </p:cNvCxnSpPr>
            <p:nvPr/>
          </p:nvCxnSpPr>
          <p:spPr>
            <a:xfrm flipH="1" flipV="1">
              <a:off x="7044249" y="1021881"/>
              <a:ext cx="1953619" cy="2132693"/>
            </a:xfrm>
            <a:prstGeom prst="bentConnector4">
              <a:avLst>
                <a:gd name="adj1" fmla="val -11701"/>
                <a:gd name="adj2" fmla="val 7742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A07AD021-ED21-BD17-76A8-B8A400099BA7}"/>
                </a:ext>
              </a:extLst>
            </p:cNvPr>
            <p:cNvCxnSpPr>
              <a:cxnSpLocks/>
              <a:stCxn id="20" idx="3"/>
              <a:endCxn id="21" idx="0"/>
            </p:cNvCxnSpPr>
            <p:nvPr/>
          </p:nvCxnSpPr>
          <p:spPr>
            <a:xfrm>
              <a:off x="8059658" y="702905"/>
              <a:ext cx="2682475" cy="1183807"/>
            </a:xfrm>
            <a:prstGeom prst="bentConnector2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CD41508-8415-F238-E04E-856DBF5F51E5}"/>
                </a:ext>
              </a:extLst>
            </p:cNvPr>
            <p:cNvSpPr txBox="1"/>
            <p:nvPr/>
          </p:nvSpPr>
          <p:spPr>
            <a:xfrm>
              <a:off x="1322733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科学と説明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2ADA2DB-CC23-8BDD-8D48-FF1344CA6795}"/>
                </a:ext>
              </a:extLst>
            </p:cNvPr>
            <p:cNvSpPr txBox="1"/>
            <p:nvPr/>
          </p:nvSpPr>
          <p:spPr>
            <a:xfrm>
              <a:off x="407878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因果関係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9156F809-E9AC-25B2-1375-BEA2804CC7F1}"/>
                </a:ext>
              </a:extLst>
            </p:cNvPr>
            <p:cNvSpPr txBox="1"/>
            <p:nvPr/>
          </p:nvSpPr>
          <p:spPr>
            <a:xfrm>
              <a:off x="683412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事例分析</a:t>
              </a: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BDDC3BCB-58DC-5D83-8DA4-65592D7460D2}"/>
                </a:ext>
              </a:extLst>
            </p:cNvPr>
            <p:cNvSpPr txBox="1"/>
            <p:nvPr/>
          </p:nvSpPr>
          <p:spPr>
            <a:xfrm>
              <a:off x="9589461" y="1513601"/>
              <a:ext cx="148966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グループワーク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0775DD45-C2C9-E7BC-5A65-909878F714C5}"/>
                </a:ext>
              </a:extLst>
            </p:cNvPr>
            <p:cNvCxnSpPr>
              <a:cxnSpLocks/>
              <a:stCxn id="5" idx="2"/>
              <a:endCxn id="9" idx="0"/>
            </p:cNvCxnSpPr>
            <p:nvPr/>
          </p:nvCxnSpPr>
          <p:spPr>
            <a:xfrm flipH="1">
              <a:off x="2463111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DB0D0E4D-BDB8-9C8B-3790-311D466188B7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2463110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B78C414A-02A7-CB74-9994-569A12CF64E6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2463109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3ACD65B-5CD4-FDE1-3C60-1FD4E874D00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5222787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C4EF5C33-218E-B9E2-2E84-C4710E232C48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5222786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379B7363-2E7F-84E2-A72A-6C393B7659C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5222785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AB3EF039-9DDA-F981-1D74-438E81143D33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flipH="1">
              <a:off x="7982459" y="2524665"/>
              <a:ext cx="2" cy="3109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364337-6493-95BE-2C9B-20F4784E1514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 flipH="1">
              <a:off x="10742132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C27710D8-B0F9-8EAF-846F-6B2689A80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2132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5644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66</Words>
  <Application>Microsoft Macintosh PowerPoint</Application>
  <PresentationFormat>ワイド画面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HGPSoeiKakugothicUB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鈴木　淳平</cp:lastModifiedBy>
  <cp:revision>4</cp:revision>
  <dcterms:created xsi:type="dcterms:W3CDTF">2026-01-12T09:29:13Z</dcterms:created>
  <dcterms:modified xsi:type="dcterms:W3CDTF">2026-03-02T07:25:53Z</dcterms:modified>
</cp:coreProperties>
</file>