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FC94A9-214E-82F1-2A6E-8FF099EB5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542276C-9C0B-9C69-ED5B-16AE9F2FFD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02BD91-0D81-0BAC-A2EC-B3B202501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45A02B-7790-7956-A53A-CF98D15B5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7FD121-F2D2-A23A-7BE0-CFAE6084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623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FAC385-63B7-6404-3AC2-CAFE56216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43E80F-3010-5274-5633-AF9822DA8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153575-0B86-66D7-C684-584C85C55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F0ED83-E6B9-5DFC-6F2E-D61911AE2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A3BED7-F8BE-7B78-5143-2243D282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0603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46293C-6C1B-C0B0-7DEE-B1479BC5D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6BA4E7-5BE8-5282-7D56-D0BBA396D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4CDDE3-DFCE-D091-0560-1529DEB7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CA9EB8-541A-8FAC-F331-9BF1FFA5A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C04D43-F0E4-C257-AEF4-F1124808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1406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1F371F-DB82-9C18-1CEC-AE0622B4C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D172F5-E08B-A01B-726B-ABA097562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E3D350-A09D-1B34-D979-8BEE935D5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2F31CE0-694D-C697-1CFA-9CF84FE3C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61BF99-0001-C82B-5E6E-22054A28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55E6B0-AE43-D309-00E6-32DD78CD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6257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1B932D-5A1E-4BCA-04DB-77F2A4466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4F6C03-1EE3-D4D6-04F6-1F2068139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FB1BB67-B8AA-3308-DE7A-50D3D57E8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251E67F-266A-65F4-0FA4-439AE8CF5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A1468FA-0D5D-A43B-CA9F-B63FA06832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53FC95B-A74F-3486-3598-846262FF5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DD5267D-1203-652B-28A1-550F732BF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DC76E04-ECA6-2DB1-B7D6-88C96D3E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385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2F241A-0A03-96FD-F635-C803D30E0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9687ADD-AEFA-5D03-C094-220BF66AF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FD9696F-5DE4-EA43-10A3-453CC775F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58860B4-46E4-3BBB-68F6-210DBBB74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5353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A360096-5668-C532-5A3C-C6C0A14D9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9A38E87-0349-E3B8-5266-644ACA853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377D01A-8587-C347-2FF0-5C2049909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4366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A536F3-4E02-71AF-5FCC-6350AB86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082FF1-04AE-B26D-EFDA-7C95C399C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F418B90-8BE9-5C44-7C55-8952DA87D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7EF98A-1860-2280-DFBE-7498E5B0B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9AA180-1AED-931D-209A-A3964DD8C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938A47-74E6-F9CF-14AF-25785CEBB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1843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4E173F-5A88-2F28-287D-647443406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F8A4F1-2FF2-3D79-6B25-83054DE038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1C4834-B82F-56A6-6938-3C06072E4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A524C9-53E8-407D-DC4E-33A4C46A7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C2833B5-1241-B93D-06C7-C24E29284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AA9D5E-B42B-39ED-9852-AF0861158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420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CBA5BF-CDBF-8DA6-A289-E3AE6134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33C9675-82FE-1E19-6B2D-9ACA06149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EDFA9C-B475-1CBA-B7BA-55C11DE4F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9FFCFA-6C8B-7240-C7E6-F471948D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204904-2B7D-2B58-9818-F2A23DA9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2517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29E3C8-5249-95F4-4DF2-22A1C3523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FA28A21-C31A-DEA4-5DD1-C752D8FE3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770949-E598-0AF6-B8A4-082740EF5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AA23-F6BB-FA47-96B5-569FAB187581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559363-83BE-EA89-7756-32E85182B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34BEAF-E44A-68AC-EA4F-9D720231A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9585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816C9A6-2081-3E8A-D66E-78E284F12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4AFB5B-72DB-3947-A55E-424BDBD0A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571ED7-03A0-7F9D-8C38-43A94CA1E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B6AA23-F6BB-FA47-96B5-569FAB187581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BEE97E-466B-485A-2673-6B89E46450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C20D2E-E4F1-F2BE-689E-342F90D9E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F0266E-6CDD-DA4E-B33B-611A3B404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505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58411457-619E-ADB4-D935-8B94EB0A47D4}"/>
              </a:ext>
            </a:extLst>
          </p:cNvPr>
          <p:cNvGrpSpPr/>
          <p:nvPr/>
        </p:nvGrpSpPr>
        <p:grpSpPr>
          <a:xfrm>
            <a:off x="816467" y="489044"/>
            <a:ext cx="10559065" cy="5355085"/>
            <a:chOff x="1322733" y="-10687"/>
            <a:chExt cx="10559065" cy="5355085"/>
          </a:xfrm>
        </p:grpSpPr>
        <p:sp>
          <p:nvSpPr>
            <p:cNvPr id="4" name="角丸四角形 3">
              <a:extLst>
                <a:ext uri="{FF2B5EF4-FFF2-40B4-BE49-F238E27FC236}">
                  <a16:creationId xmlns:a16="http://schemas.microsoft.com/office/drawing/2014/main" id="{594F5990-8E7F-2FEA-4324-C59DC873E8C9}"/>
                </a:ext>
              </a:extLst>
            </p:cNvPr>
            <p:cNvSpPr/>
            <p:nvPr/>
          </p:nvSpPr>
          <p:spPr>
            <a:xfrm>
              <a:off x="2914992" y="383928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はじめに</a:t>
              </a:r>
            </a:p>
          </p:txBody>
        </p:sp>
        <p:sp>
          <p:nvSpPr>
            <p:cNvPr id="5" name="角丸四角形 4">
              <a:extLst>
                <a:ext uri="{FF2B5EF4-FFF2-40B4-BE49-F238E27FC236}">
                  <a16:creationId xmlns:a16="http://schemas.microsoft.com/office/drawing/2014/main" id="{E8890BD2-8782-3FF0-8772-C97C63D44589}"/>
                </a:ext>
              </a:extLst>
            </p:cNvPr>
            <p:cNvSpPr/>
            <p:nvPr/>
          </p:nvSpPr>
          <p:spPr>
            <a:xfrm>
              <a:off x="1447702" y="1886712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「説明」</a:t>
              </a:r>
              <a:r>
                <a:rPr kumimoji="1" lang="ja-JP" altLang="en-US" sz="14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とは</a:t>
              </a:r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何か</a:t>
              </a:r>
            </a:p>
          </p:txBody>
        </p:sp>
        <p:sp>
          <p:nvSpPr>
            <p:cNvPr id="9" name="角丸四角形 8">
              <a:extLst>
                <a:ext uri="{FF2B5EF4-FFF2-40B4-BE49-F238E27FC236}">
                  <a16:creationId xmlns:a16="http://schemas.microsoft.com/office/drawing/2014/main" id="{431C8EAE-5EC1-28D0-5373-7C1035438AC4}"/>
                </a:ext>
              </a:extLst>
            </p:cNvPr>
            <p:cNvSpPr/>
            <p:nvPr/>
          </p:nvSpPr>
          <p:spPr>
            <a:xfrm>
              <a:off x="1447701" y="2791047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反証可能性</a:t>
              </a: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56C7A130-03AE-B0E6-0B3D-25F0F69ABA61}"/>
                </a:ext>
              </a:extLst>
            </p:cNvPr>
            <p:cNvSpPr/>
            <p:nvPr/>
          </p:nvSpPr>
          <p:spPr>
            <a:xfrm>
              <a:off x="1447700" y="3695383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説明</a:t>
              </a:r>
              <a:r>
                <a:rPr kumimoji="1" lang="ja-JP" altLang="en-US" sz="14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と</a:t>
              </a:r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一般化</a:t>
              </a:r>
            </a:p>
          </p:txBody>
        </p:sp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C20CC287-E636-D6DF-8441-FF87DBFBFECA}"/>
                </a:ext>
              </a:extLst>
            </p:cNvPr>
            <p:cNvSpPr/>
            <p:nvPr/>
          </p:nvSpPr>
          <p:spPr>
            <a:xfrm>
              <a:off x="1447699" y="4599718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推論</a:t>
              </a:r>
              <a:r>
                <a:rPr kumimoji="1" lang="ja-JP" altLang="en-US" sz="14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としての</a:t>
              </a:r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記述</a:t>
              </a:r>
            </a:p>
          </p:txBody>
        </p:sp>
        <p:sp>
          <p:nvSpPr>
            <p:cNvPr id="12" name="角丸四角形 11">
              <a:extLst>
                <a:ext uri="{FF2B5EF4-FFF2-40B4-BE49-F238E27FC236}">
                  <a16:creationId xmlns:a16="http://schemas.microsoft.com/office/drawing/2014/main" id="{235EB322-87B3-BC74-6D0E-B384A4E0ADBE}"/>
                </a:ext>
              </a:extLst>
            </p:cNvPr>
            <p:cNvSpPr/>
            <p:nvPr/>
          </p:nvSpPr>
          <p:spPr>
            <a:xfrm>
              <a:off x="4207378" y="1886712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共変関係</a:t>
              </a:r>
            </a:p>
          </p:txBody>
        </p:sp>
        <p:sp>
          <p:nvSpPr>
            <p:cNvPr id="13" name="角丸四角形 12">
              <a:extLst>
                <a:ext uri="{FF2B5EF4-FFF2-40B4-BE49-F238E27FC236}">
                  <a16:creationId xmlns:a16="http://schemas.microsoft.com/office/drawing/2014/main" id="{C744543C-A7BF-EB10-13B3-2D3979B8BC3E}"/>
                </a:ext>
              </a:extLst>
            </p:cNvPr>
            <p:cNvSpPr/>
            <p:nvPr/>
          </p:nvSpPr>
          <p:spPr>
            <a:xfrm>
              <a:off x="4207377" y="2791047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原因</a:t>
              </a:r>
              <a:r>
                <a:rPr kumimoji="1" lang="ja-JP" altLang="en-US" sz="14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の</a:t>
              </a:r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時間的先行</a:t>
              </a: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36A3423B-0106-AB59-E889-548128443100}"/>
                </a:ext>
              </a:extLst>
            </p:cNvPr>
            <p:cNvSpPr/>
            <p:nvPr/>
          </p:nvSpPr>
          <p:spPr>
            <a:xfrm>
              <a:off x="4207376" y="3695383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変数</a:t>
              </a:r>
              <a:r>
                <a:rPr kumimoji="1" lang="ja-JP" altLang="en-US" sz="14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の</a:t>
              </a:r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統制</a:t>
              </a:r>
            </a:p>
          </p:txBody>
        </p:sp>
        <p:sp>
          <p:nvSpPr>
            <p:cNvPr id="15" name="角丸四角形 14">
              <a:extLst>
                <a:ext uri="{FF2B5EF4-FFF2-40B4-BE49-F238E27FC236}">
                  <a16:creationId xmlns:a16="http://schemas.microsoft.com/office/drawing/2014/main" id="{3716C236-CD6C-5055-EACC-5CAB6591B5F7}"/>
                </a:ext>
              </a:extLst>
            </p:cNvPr>
            <p:cNvSpPr/>
            <p:nvPr/>
          </p:nvSpPr>
          <p:spPr>
            <a:xfrm>
              <a:off x="4207375" y="4599718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単位／選択／観察</a:t>
              </a:r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205C9A3D-35F0-01DD-9B15-82D3A80687BE}"/>
                </a:ext>
              </a:extLst>
            </p:cNvPr>
            <p:cNvSpPr/>
            <p:nvPr/>
          </p:nvSpPr>
          <p:spPr>
            <a:xfrm>
              <a:off x="6967051" y="1886712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比較事例分析</a:t>
              </a:r>
            </a:p>
          </p:txBody>
        </p:sp>
        <p:sp>
          <p:nvSpPr>
            <p:cNvPr id="17" name="角丸四角形 16">
              <a:extLst>
                <a:ext uri="{FF2B5EF4-FFF2-40B4-BE49-F238E27FC236}">
                  <a16:creationId xmlns:a16="http://schemas.microsoft.com/office/drawing/2014/main" id="{88BD0B48-FF48-613C-7F31-14A638143A06}"/>
                </a:ext>
              </a:extLst>
            </p:cNvPr>
            <p:cNvSpPr/>
            <p:nvPr/>
          </p:nvSpPr>
          <p:spPr>
            <a:xfrm>
              <a:off x="6967049" y="2835597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単一事例分析</a:t>
              </a:r>
            </a:p>
          </p:txBody>
        </p:sp>
        <p:sp>
          <p:nvSpPr>
            <p:cNvPr id="20" name="角丸四角形 19">
              <a:extLst>
                <a:ext uri="{FF2B5EF4-FFF2-40B4-BE49-F238E27FC236}">
                  <a16:creationId xmlns:a16="http://schemas.microsoft.com/office/drawing/2014/main" id="{DD1E3359-30D8-A53D-656D-8DB51D2588BC}"/>
                </a:ext>
              </a:extLst>
            </p:cNvPr>
            <p:cNvSpPr/>
            <p:nvPr/>
          </p:nvSpPr>
          <p:spPr>
            <a:xfrm>
              <a:off x="6028839" y="383928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現実政治</a:t>
              </a:r>
              <a:r>
                <a:rPr kumimoji="1" lang="ja-JP" altLang="en-US" sz="14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と</a:t>
              </a:r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方法論</a:t>
              </a: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05CFA595-B43D-DB3E-17CD-054172DA4D5E}"/>
                </a:ext>
              </a:extLst>
            </p:cNvPr>
            <p:cNvSpPr/>
            <p:nvPr/>
          </p:nvSpPr>
          <p:spPr>
            <a:xfrm>
              <a:off x="9726723" y="1886712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学んだことのまとめ</a:t>
              </a:r>
            </a:p>
          </p:txBody>
        </p:sp>
        <p:sp>
          <p:nvSpPr>
            <p:cNvPr id="22" name="角丸四角形 21">
              <a:extLst>
                <a:ext uri="{FF2B5EF4-FFF2-40B4-BE49-F238E27FC236}">
                  <a16:creationId xmlns:a16="http://schemas.microsoft.com/office/drawing/2014/main" id="{EB2A65B4-3DF3-B772-4AFA-2E6EDFAE6403}"/>
                </a:ext>
              </a:extLst>
            </p:cNvPr>
            <p:cNvSpPr/>
            <p:nvPr/>
          </p:nvSpPr>
          <p:spPr>
            <a:xfrm>
              <a:off x="9726722" y="2791047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レポート準備</a:t>
              </a:r>
            </a:p>
          </p:txBody>
        </p:sp>
        <p:sp>
          <p:nvSpPr>
            <p:cNvPr id="23" name="角丸四角形 22">
              <a:extLst>
                <a:ext uri="{FF2B5EF4-FFF2-40B4-BE49-F238E27FC236}">
                  <a16:creationId xmlns:a16="http://schemas.microsoft.com/office/drawing/2014/main" id="{912312B4-C3D3-F51E-40AE-4AE3F1A0A071}"/>
                </a:ext>
              </a:extLst>
            </p:cNvPr>
            <p:cNvSpPr/>
            <p:nvPr/>
          </p:nvSpPr>
          <p:spPr>
            <a:xfrm>
              <a:off x="9726721" y="3695383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レポート相互評価</a:t>
              </a: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D167B5F8-B08F-8B47-CAF8-080BB10CF4D8}"/>
                </a:ext>
              </a:extLst>
            </p:cNvPr>
            <p:cNvSpPr/>
            <p:nvPr/>
          </p:nvSpPr>
          <p:spPr>
            <a:xfrm>
              <a:off x="1322733" y="1778251"/>
              <a:ext cx="2292337" cy="3566147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29A0DDBE-ECAC-EF5F-B421-C81C6C3F635D}"/>
                </a:ext>
              </a:extLst>
            </p:cNvPr>
            <p:cNvSpPr/>
            <p:nvPr/>
          </p:nvSpPr>
          <p:spPr>
            <a:xfrm>
              <a:off x="4078781" y="1778251"/>
              <a:ext cx="2292337" cy="3566147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840EAB18-8293-0861-ADC5-BB2F5E9580BA}"/>
                </a:ext>
              </a:extLst>
            </p:cNvPr>
            <p:cNvSpPr/>
            <p:nvPr/>
          </p:nvSpPr>
          <p:spPr>
            <a:xfrm>
              <a:off x="6834121" y="1778252"/>
              <a:ext cx="2292337" cy="1917132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43760947-926A-46C9-23E9-D6280994B4DB}"/>
                </a:ext>
              </a:extLst>
            </p:cNvPr>
            <p:cNvSpPr/>
            <p:nvPr/>
          </p:nvSpPr>
          <p:spPr>
            <a:xfrm>
              <a:off x="2769033" y="234326"/>
              <a:ext cx="5534995" cy="101289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35F6060F-7401-59A8-B8CA-1716047559B6}"/>
                </a:ext>
              </a:extLst>
            </p:cNvPr>
            <p:cNvSpPr txBox="1"/>
            <p:nvPr/>
          </p:nvSpPr>
          <p:spPr>
            <a:xfrm>
              <a:off x="2885242" y="-10687"/>
              <a:ext cx="166549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政治学と方法論</a:t>
              </a:r>
              <a:endParaRPr kumimoji="1" lang="ja-JP" altLang="en-US" sz="1600"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4C28D3F1-7994-EF37-AB41-39D0BA86F194}"/>
                </a:ext>
              </a:extLst>
            </p:cNvPr>
            <p:cNvSpPr/>
            <p:nvPr/>
          </p:nvSpPr>
          <p:spPr>
            <a:xfrm>
              <a:off x="9589461" y="1778250"/>
              <a:ext cx="2292337" cy="2708689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4" name="カギ線コネクタ 33">
              <a:extLst>
                <a:ext uri="{FF2B5EF4-FFF2-40B4-BE49-F238E27FC236}">
                  <a16:creationId xmlns:a16="http://schemas.microsoft.com/office/drawing/2014/main" id="{06FF349D-4DE0-F528-7F9E-EC1A6156DFF3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rot="5400000">
              <a:off x="2764342" y="720651"/>
              <a:ext cx="864831" cy="1467290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カギ線コネクタ 36">
              <a:extLst>
                <a:ext uri="{FF2B5EF4-FFF2-40B4-BE49-F238E27FC236}">
                  <a16:creationId xmlns:a16="http://schemas.microsoft.com/office/drawing/2014/main" id="{41C8023F-2DC4-CC5D-E869-6F7D30ED8D6F}"/>
                </a:ext>
              </a:extLst>
            </p:cNvPr>
            <p:cNvCxnSpPr>
              <a:cxnSpLocks/>
              <a:stCxn id="11" idx="2"/>
              <a:endCxn id="12" idx="1"/>
            </p:cNvCxnSpPr>
            <p:nvPr/>
          </p:nvCxnSpPr>
          <p:spPr>
            <a:xfrm rot="5400000" flipH="1" flipV="1">
              <a:off x="1819252" y="2849545"/>
              <a:ext cx="3031982" cy="1744269"/>
            </a:xfrm>
            <a:prstGeom prst="bentConnector4">
              <a:avLst>
                <a:gd name="adj1" fmla="val -7540"/>
                <a:gd name="adj2" fmla="val 79107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カギ線コネクタ 39">
              <a:extLst>
                <a:ext uri="{FF2B5EF4-FFF2-40B4-BE49-F238E27FC236}">
                  <a16:creationId xmlns:a16="http://schemas.microsoft.com/office/drawing/2014/main" id="{12D968FB-D9B2-5687-2691-A425D96DA9D4}"/>
                </a:ext>
              </a:extLst>
            </p:cNvPr>
            <p:cNvCxnSpPr>
              <a:cxnSpLocks/>
              <a:stCxn id="15" idx="2"/>
              <a:endCxn id="16" idx="1"/>
            </p:cNvCxnSpPr>
            <p:nvPr/>
          </p:nvCxnSpPr>
          <p:spPr>
            <a:xfrm rot="5400000" flipH="1" flipV="1">
              <a:off x="4578927" y="2849547"/>
              <a:ext cx="3031982" cy="1744266"/>
            </a:xfrm>
            <a:prstGeom prst="bentConnector4">
              <a:avLst>
                <a:gd name="adj1" fmla="val -7540"/>
                <a:gd name="adj2" fmla="val 79107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カギ線コネクタ 42">
              <a:extLst>
                <a:ext uri="{FF2B5EF4-FFF2-40B4-BE49-F238E27FC236}">
                  <a16:creationId xmlns:a16="http://schemas.microsoft.com/office/drawing/2014/main" id="{9F0E643E-0419-EC64-A4D0-55BA9BE783F0}"/>
                </a:ext>
              </a:extLst>
            </p:cNvPr>
            <p:cNvCxnSpPr>
              <a:cxnSpLocks/>
              <a:stCxn id="17" idx="3"/>
              <a:endCxn id="20" idx="2"/>
            </p:cNvCxnSpPr>
            <p:nvPr/>
          </p:nvCxnSpPr>
          <p:spPr>
            <a:xfrm flipH="1" flipV="1">
              <a:off x="7044249" y="1021881"/>
              <a:ext cx="1953619" cy="2132693"/>
            </a:xfrm>
            <a:prstGeom prst="bentConnector4">
              <a:avLst>
                <a:gd name="adj1" fmla="val -11701"/>
                <a:gd name="adj2" fmla="val 7742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カギ線コネクタ 46">
              <a:extLst>
                <a:ext uri="{FF2B5EF4-FFF2-40B4-BE49-F238E27FC236}">
                  <a16:creationId xmlns:a16="http://schemas.microsoft.com/office/drawing/2014/main" id="{A07AD021-ED21-BD17-76A8-B8A400099BA7}"/>
                </a:ext>
              </a:extLst>
            </p:cNvPr>
            <p:cNvCxnSpPr>
              <a:cxnSpLocks/>
              <a:stCxn id="20" idx="3"/>
              <a:endCxn id="21" idx="0"/>
            </p:cNvCxnSpPr>
            <p:nvPr/>
          </p:nvCxnSpPr>
          <p:spPr>
            <a:xfrm>
              <a:off x="8059658" y="702905"/>
              <a:ext cx="2682475" cy="1183807"/>
            </a:xfrm>
            <a:prstGeom prst="bentConnector2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9CD41508-8415-F238-E04E-856DBF5F51E5}"/>
                </a:ext>
              </a:extLst>
            </p:cNvPr>
            <p:cNvSpPr txBox="1"/>
            <p:nvPr/>
          </p:nvSpPr>
          <p:spPr>
            <a:xfrm>
              <a:off x="1322733" y="1513602"/>
              <a:ext cx="1186551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科学と説明</a:t>
              </a: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42ADA2DB-CC23-8BDD-8D48-FF1344CA6795}"/>
                </a:ext>
              </a:extLst>
            </p:cNvPr>
            <p:cNvSpPr txBox="1"/>
            <p:nvPr/>
          </p:nvSpPr>
          <p:spPr>
            <a:xfrm>
              <a:off x="4078781" y="1513602"/>
              <a:ext cx="1186551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因果関係</a:t>
              </a:r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9156F809-E9AC-25B2-1375-BEA2804CC7F1}"/>
                </a:ext>
              </a:extLst>
            </p:cNvPr>
            <p:cNvSpPr txBox="1"/>
            <p:nvPr/>
          </p:nvSpPr>
          <p:spPr>
            <a:xfrm>
              <a:off x="6834121" y="1513602"/>
              <a:ext cx="1186551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事例分析</a:t>
              </a: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BDDC3BCB-58DC-5D83-8DA4-65592D7460D2}"/>
                </a:ext>
              </a:extLst>
            </p:cNvPr>
            <p:cNvSpPr txBox="1"/>
            <p:nvPr/>
          </p:nvSpPr>
          <p:spPr>
            <a:xfrm>
              <a:off x="9589461" y="1513601"/>
              <a:ext cx="776901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まとめ</a:t>
              </a:r>
            </a:p>
          </p:txBody>
        </p:sp>
        <p:cxnSp>
          <p:nvCxnSpPr>
            <p:cNvPr id="50" name="直線矢印コネクタ 49">
              <a:extLst>
                <a:ext uri="{FF2B5EF4-FFF2-40B4-BE49-F238E27FC236}">
                  <a16:creationId xmlns:a16="http://schemas.microsoft.com/office/drawing/2014/main" id="{0775DD45-C2C9-E7BC-5A65-909878F714C5}"/>
                </a:ext>
              </a:extLst>
            </p:cNvPr>
            <p:cNvCxnSpPr>
              <a:cxnSpLocks/>
              <a:stCxn id="5" idx="2"/>
              <a:endCxn id="9" idx="0"/>
            </p:cNvCxnSpPr>
            <p:nvPr/>
          </p:nvCxnSpPr>
          <p:spPr>
            <a:xfrm flipH="1">
              <a:off x="2463111" y="2524665"/>
              <a:ext cx="1" cy="266382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矢印コネクタ 52">
              <a:extLst>
                <a:ext uri="{FF2B5EF4-FFF2-40B4-BE49-F238E27FC236}">
                  <a16:creationId xmlns:a16="http://schemas.microsoft.com/office/drawing/2014/main" id="{DB0D0E4D-BDB8-9C8B-3790-311D466188B7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 flipH="1">
              <a:off x="2463110" y="3429000"/>
              <a:ext cx="1" cy="266383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矢印コネクタ 55">
              <a:extLst>
                <a:ext uri="{FF2B5EF4-FFF2-40B4-BE49-F238E27FC236}">
                  <a16:creationId xmlns:a16="http://schemas.microsoft.com/office/drawing/2014/main" id="{B78C414A-02A7-CB74-9994-569A12CF64E6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 flipH="1">
              <a:off x="2463109" y="4333336"/>
              <a:ext cx="1" cy="266382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A3ACD65B-5CD4-FDE1-3C60-1FD4E874D00C}"/>
                </a:ext>
              </a:extLst>
            </p:cNvPr>
            <p:cNvCxnSpPr>
              <a:cxnSpLocks/>
              <a:stCxn id="12" idx="2"/>
              <a:endCxn id="13" idx="0"/>
            </p:cNvCxnSpPr>
            <p:nvPr/>
          </p:nvCxnSpPr>
          <p:spPr>
            <a:xfrm flipH="1">
              <a:off x="5222787" y="2524665"/>
              <a:ext cx="1" cy="266382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矢印コネクタ 59">
              <a:extLst>
                <a:ext uri="{FF2B5EF4-FFF2-40B4-BE49-F238E27FC236}">
                  <a16:creationId xmlns:a16="http://schemas.microsoft.com/office/drawing/2014/main" id="{C4EF5C33-218E-B9E2-2E84-C4710E232C48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 flipH="1">
              <a:off x="5222786" y="3429000"/>
              <a:ext cx="1" cy="266383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379B7363-2E7F-84E2-A72A-6C393B7659CE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 flipH="1">
              <a:off x="5222785" y="4333336"/>
              <a:ext cx="1" cy="266382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矢印コネクタ 68">
              <a:extLst>
                <a:ext uri="{FF2B5EF4-FFF2-40B4-BE49-F238E27FC236}">
                  <a16:creationId xmlns:a16="http://schemas.microsoft.com/office/drawing/2014/main" id="{AB3EF039-9DDA-F981-1D74-438E81143D33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 flipH="1">
              <a:off x="7982459" y="2524665"/>
              <a:ext cx="2" cy="310932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矢印コネクタ 71">
              <a:extLst>
                <a:ext uri="{FF2B5EF4-FFF2-40B4-BE49-F238E27FC236}">
                  <a16:creationId xmlns:a16="http://schemas.microsoft.com/office/drawing/2014/main" id="{03364337-6493-95BE-2C9B-20F4784E1514}"/>
                </a:ext>
              </a:extLst>
            </p:cNvPr>
            <p:cNvCxnSpPr>
              <a:cxnSpLocks/>
              <a:stCxn id="21" idx="2"/>
              <a:endCxn id="22" idx="0"/>
            </p:cNvCxnSpPr>
            <p:nvPr/>
          </p:nvCxnSpPr>
          <p:spPr>
            <a:xfrm flipH="1">
              <a:off x="10742132" y="2524665"/>
              <a:ext cx="1" cy="266382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矢印コネクタ 72">
              <a:extLst>
                <a:ext uri="{FF2B5EF4-FFF2-40B4-BE49-F238E27FC236}">
                  <a16:creationId xmlns:a16="http://schemas.microsoft.com/office/drawing/2014/main" id="{C27710D8-B0F9-8EAF-846F-6B2689A805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2132" y="3429000"/>
              <a:ext cx="1" cy="266383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75644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ACB17414-FA56-550A-21D8-6B4B3FC4C8C1}"/>
              </a:ext>
            </a:extLst>
          </p:cNvPr>
          <p:cNvGrpSpPr/>
          <p:nvPr/>
        </p:nvGrpSpPr>
        <p:grpSpPr>
          <a:xfrm>
            <a:off x="1348450" y="850819"/>
            <a:ext cx="9495100" cy="5156362"/>
            <a:chOff x="2482298" y="1076272"/>
            <a:chExt cx="7308088" cy="3968694"/>
          </a:xfrm>
        </p:grpSpPr>
        <p:sp>
          <p:nvSpPr>
            <p:cNvPr id="6" name="右矢印 5">
              <a:extLst>
                <a:ext uri="{FF2B5EF4-FFF2-40B4-BE49-F238E27FC236}">
                  <a16:creationId xmlns:a16="http://schemas.microsoft.com/office/drawing/2014/main" id="{BD264895-928B-FAB8-90F4-5CAEF8A93842}"/>
                </a:ext>
              </a:extLst>
            </p:cNvPr>
            <p:cNvSpPr/>
            <p:nvPr/>
          </p:nvSpPr>
          <p:spPr>
            <a:xfrm>
              <a:off x="5160577" y="4277191"/>
              <a:ext cx="2060029" cy="536028"/>
            </a:xfrm>
            <a:prstGeom prst="rightArrow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515DFBD7-377E-B9B4-62A2-3360E77A5C75}"/>
                </a:ext>
              </a:extLst>
            </p:cNvPr>
            <p:cNvCxnSpPr>
              <a:stCxn id="5" idx="2"/>
              <a:endCxn id="2" idx="0"/>
            </p:cNvCxnSpPr>
            <p:nvPr/>
          </p:nvCxnSpPr>
          <p:spPr>
            <a:xfrm flipH="1">
              <a:off x="3690060" y="2075794"/>
              <a:ext cx="2405940" cy="196965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D454F49B-CC7A-7349-CA32-D1C576DDD224}"/>
                </a:ext>
              </a:extLst>
            </p:cNvPr>
            <p:cNvCxnSpPr>
              <a:cxnSpLocks/>
              <a:stCxn id="5" idx="2"/>
              <a:endCxn id="4" idx="0"/>
            </p:cNvCxnSpPr>
            <p:nvPr/>
          </p:nvCxnSpPr>
          <p:spPr>
            <a:xfrm>
              <a:off x="6096000" y="2075794"/>
              <a:ext cx="2486625" cy="196965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角丸四角形 1">
              <a:extLst>
                <a:ext uri="{FF2B5EF4-FFF2-40B4-BE49-F238E27FC236}">
                  <a16:creationId xmlns:a16="http://schemas.microsoft.com/office/drawing/2014/main" id="{DE82100C-667F-71FB-99B6-44B7EFBF5940}"/>
                </a:ext>
              </a:extLst>
            </p:cNvPr>
            <p:cNvSpPr/>
            <p:nvPr/>
          </p:nvSpPr>
          <p:spPr>
            <a:xfrm>
              <a:off x="2482298" y="4045444"/>
              <a:ext cx="2415523" cy="999522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独立変数</a:t>
              </a:r>
            </a:p>
          </p:txBody>
        </p:sp>
        <p:sp>
          <p:nvSpPr>
            <p:cNvPr id="4" name="角丸四角形 3">
              <a:extLst>
                <a:ext uri="{FF2B5EF4-FFF2-40B4-BE49-F238E27FC236}">
                  <a16:creationId xmlns:a16="http://schemas.microsoft.com/office/drawing/2014/main" id="{8BAEACF2-460E-6BA4-7784-008AE9744D22}"/>
                </a:ext>
              </a:extLst>
            </p:cNvPr>
            <p:cNvSpPr/>
            <p:nvPr/>
          </p:nvSpPr>
          <p:spPr>
            <a:xfrm>
              <a:off x="7374863" y="4045444"/>
              <a:ext cx="2415523" cy="999522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32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従属</a:t>
              </a:r>
              <a:r>
                <a:rPr kumimoji="1" lang="ja-JP" altLang="en-US" sz="32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変数</a:t>
              </a:r>
            </a:p>
          </p:txBody>
        </p:sp>
        <p:sp>
          <p:nvSpPr>
            <p:cNvPr id="5" name="角丸四角形 4">
              <a:extLst>
                <a:ext uri="{FF2B5EF4-FFF2-40B4-BE49-F238E27FC236}">
                  <a16:creationId xmlns:a16="http://schemas.microsoft.com/office/drawing/2014/main" id="{900D841B-5B46-4EB6-71DF-044CDCCBB3CA}"/>
                </a:ext>
              </a:extLst>
            </p:cNvPr>
            <p:cNvSpPr/>
            <p:nvPr/>
          </p:nvSpPr>
          <p:spPr>
            <a:xfrm>
              <a:off x="4888238" y="1076272"/>
              <a:ext cx="2415523" cy="999522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交絡変数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8678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414C7DFC-2067-E5B0-9EFA-E2C50FACD3A8}"/>
              </a:ext>
            </a:extLst>
          </p:cNvPr>
          <p:cNvGrpSpPr/>
          <p:nvPr/>
        </p:nvGrpSpPr>
        <p:grpSpPr>
          <a:xfrm>
            <a:off x="1905727" y="601966"/>
            <a:ext cx="7419862" cy="5189606"/>
            <a:chOff x="1905727" y="601966"/>
            <a:chExt cx="7419862" cy="5189606"/>
          </a:xfrm>
        </p:grpSpPr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29E2D657-3CA1-0A70-3A05-57192B54A3C8}"/>
                </a:ext>
              </a:extLst>
            </p:cNvPr>
            <p:cNvCxnSpPr/>
            <p:nvPr/>
          </p:nvCxnSpPr>
          <p:spPr>
            <a:xfrm flipV="1">
              <a:off x="2866411" y="1491867"/>
              <a:ext cx="4931923" cy="360057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線矢印コネクタ 1">
              <a:extLst>
                <a:ext uri="{FF2B5EF4-FFF2-40B4-BE49-F238E27FC236}">
                  <a16:creationId xmlns:a16="http://schemas.microsoft.com/office/drawing/2014/main" id="{E3CD74C2-29C8-555B-0198-7F4A42513ECD}"/>
                </a:ext>
              </a:extLst>
            </p:cNvPr>
            <p:cNvCxnSpPr>
              <a:cxnSpLocks/>
            </p:cNvCxnSpPr>
            <p:nvPr/>
          </p:nvCxnSpPr>
          <p:spPr>
            <a:xfrm>
              <a:off x="2354318" y="5349674"/>
              <a:ext cx="68464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B4466AA5-A4B3-7B1D-5CB4-728C02DBA3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9064" y="677917"/>
              <a:ext cx="0" cy="46717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円/楕円 6">
              <a:extLst>
                <a:ext uri="{FF2B5EF4-FFF2-40B4-BE49-F238E27FC236}">
                  <a16:creationId xmlns:a16="http://schemas.microsoft.com/office/drawing/2014/main" id="{A7C999FA-2938-11EF-5D1C-8668E86C0309}"/>
                </a:ext>
              </a:extLst>
            </p:cNvPr>
            <p:cNvSpPr/>
            <p:nvPr/>
          </p:nvSpPr>
          <p:spPr>
            <a:xfrm>
              <a:off x="5150069" y="2785969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F4EF0EA4-D3C5-762C-8CA8-BDCB52E3FA3E}"/>
                </a:ext>
              </a:extLst>
            </p:cNvPr>
            <p:cNvSpPr/>
            <p:nvPr/>
          </p:nvSpPr>
          <p:spPr>
            <a:xfrm>
              <a:off x="4708500" y="3194181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円/楕円 8">
              <a:extLst>
                <a:ext uri="{FF2B5EF4-FFF2-40B4-BE49-F238E27FC236}">
                  <a16:creationId xmlns:a16="http://schemas.microsoft.com/office/drawing/2014/main" id="{859CF216-D83E-B623-B3BF-357A3E8B9FA9}"/>
                </a:ext>
              </a:extLst>
            </p:cNvPr>
            <p:cNvSpPr/>
            <p:nvPr/>
          </p:nvSpPr>
          <p:spPr>
            <a:xfrm>
              <a:off x="4438869" y="3880880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F233B2E6-6712-E44B-9909-AA76A3ABCFED}"/>
                </a:ext>
              </a:extLst>
            </p:cNvPr>
            <p:cNvSpPr/>
            <p:nvPr/>
          </p:nvSpPr>
          <p:spPr>
            <a:xfrm>
              <a:off x="4729988" y="3498981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円/楕円 10">
              <a:extLst>
                <a:ext uri="{FF2B5EF4-FFF2-40B4-BE49-F238E27FC236}">
                  <a16:creationId xmlns:a16="http://schemas.microsoft.com/office/drawing/2014/main" id="{828E2A44-5152-CFAA-C1D6-489F2A40FF50}"/>
                </a:ext>
              </a:extLst>
            </p:cNvPr>
            <p:cNvSpPr/>
            <p:nvPr/>
          </p:nvSpPr>
          <p:spPr>
            <a:xfrm>
              <a:off x="5853454" y="2947996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円/楕円 11">
              <a:extLst>
                <a:ext uri="{FF2B5EF4-FFF2-40B4-BE49-F238E27FC236}">
                  <a16:creationId xmlns:a16="http://schemas.microsoft.com/office/drawing/2014/main" id="{42FB4E36-752F-E1DD-0B15-B4BB6F43B661}"/>
                </a:ext>
              </a:extLst>
            </p:cNvPr>
            <p:cNvSpPr/>
            <p:nvPr/>
          </p:nvSpPr>
          <p:spPr>
            <a:xfrm>
              <a:off x="6263762" y="3243168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ADFA7893-FF55-A677-5C4F-B350A5FAA381}"/>
                </a:ext>
              </a:extLst>
            </p:cNvPr>
            <p:cNvSpPr/>
            <p:nvPr/>
          </p:nvSpPr>
          <p:spPr>
            <a:xfrm>
              <a:off x="5665768" y="2473384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円/楕円 13">
              <a:extLst>
                <a:ext uri="{FF2B5EF4-FFF2-40B4-BE49-F238E27FC236}">
                  <a16:creationId xmlns:a16="http://schemas.microsoft.com/office/drawing/2014/main" id="{686D7146-DE45-6E10-0601-9973D943256E}"/>
                </a:ext>
              </a:extLst>
            </p:cNvPr>
            <p:cNvSpPr/>
            <p:nvPr/>
          </p:nvSpPr>
          <p:spPr>
            <a:xfrm>
              <a:off x="5736209" y="3194180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円/楕円 14">
              <a:extLst>
                <a:ext uri="{FF2B5EF4-FFF2-40B4-BE49-F238E27FC236}">
                  <a16:creationId xmlns:a16="http://schemas.microsoft.com/office/drawing/2014/main" id="{ED12059D-DDE8-5469-F226-22BBEA026C32}"/>
                </a:ext>
              </a:extLst>
            </p:cNvPr>
            <p:cNvSpPr/>
            <p:nvPr/>
          </p:nvSpPr>
          <p:spPr>
            <a:xfrm>
              <a:off x="4941008" y="3732670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円/楕円 15">
              <a:extLst>
                <a:ext uri="{FF2B5EF4-FFF2-40B4-BE49-F238E27FC236}">
                  <a16:creationId xmlns:a16="http://schemas.microsoft.com/office/drawing/2014/main" id="{189A7645-EF67-F15A-17AC-55B727B47445}"/>
                </a:ext>
              </a:extLst>
            </p:cNvPr>
            <p:cNvSpPr/>
            <p:nvPr/>
          </p:nvSpPr>
          <p:spPr>
            <a:xfrm>
              <a:off x="6882556" y="2528178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>
              <a:extLst>
                <a:ext uri="{FF2B5EF4-FFF2-40B4-BE49-F238E27FC236}">
                  <a16:creationId xmlns:a16="http://schemas.microsoft.com/office/drawing/2014/main" id="{540B0FD0-578A-F9DD-4DBC-E2E508B12B58}"/>
                </a:ext>
              </a:extLst>
            </p:cNvPr>
            <p:cNvSpPr/>
            <p:nvPr/>
          </p:nvSpPr>
          <p:spPr>
            <a:xfrm>
              <a:off x="5677761" y="2168850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/楕円 17">
              <a:extLst>
                <a:ext uri="{FF2B5EF4-FFF2-40B4-BE49-F238E27FC236}">
                  <a16:creationId xmlns:a16="http://schemas.microsoft.com/office/drawing/2014/main" id="{67203840-9064-3D0E-EF1B-BABCED075337}"/>
                </a:ext>
              </a:extLst>
            </p:cNvPr>
            <p:cNvSpPr/>
            <p:nvPr/>
          </p:nvSpPr>
          <p:spPr>
            <a:xfrm>
              <a:off x="5665768" y="2729462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円/楕円 18">
              <a:extLst>
                <a:ext uri="{FF2B5EF4-FFF2-40B4-BE49-F238E27FC236}">
                  <a16:creationId xmlns:a16="http://schemas.microsoft.com/office/drawing/2014/main" id="{47E73E0E-EB56-2F9F-9317-C3132246EBCC}"/>
                </a:ext>
              </a:extLst>
            </p:cNvPr>
            <p:cNvSpPr/>
            <p:nvPr/>
          </p:nvSpPr>
          <p:spPr>
            <a:xfrm>
              <a:off x="6381146" y="2330877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円/楕円 19">
              <a:extLst>
                <a:ext uri="{FF2B5EF4-FFF2-40B4-BE49-F238E27FC236}">
                  <a16:creationId xmlns:a16="http://schemas.microsoft.com/office/drawing/2014/main" id="{18EB38DA-A4A8-A8F8-3110-BC53A3F8BC90}"/>
                </a:ext>
              </a:extLst>
            </p:cNvPr>
            <p:cNvSpPr/>
            <p:nvPr/>
          </p:nvSpPr>
          <p:spPr>
            <a:xfrm>
              <a:off x="6193460" y="1856265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円/楕円 20">
              <a:extLst>
                <a:ext uri="{FF2B5EF4-FFF2-40B4-BE49-F238E27FC236}">
                  <a16:creationId xmlns:a16="http://schemas.microsoft.com/office/drawing/2014/main" id="{D32BAD3D-7886-B0FA-B736-E2AF5A810963}"/>
                </a:ext>
              </a:extLst>
            </p:cNvPr>
            <p:cNvSpPr/>
            <p:nvPr/>
          </p:nvSpPr>
          <p:spPr>
            <a:xfrm>
              <a:off x="6431910" y="2827437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円/楕円 21">
              <a:extLst>
                <a:ext uri="{FF2B5EF4-FFF2-40B4-BE49-F238E27FC236}">
                  <a16:creationId xmlns:a16="http://schemas.microsoft.com/office/drawing/2014/main" id="{28A803A1-0FF3-614B-A4A8-3EF7931F74BA}"/>
                </a:ext>
              </a:extLst>
            </p:cNvPr>
            <p:cNvSpPr/>
            <p:nvPr/>
          </p:nvSpPr>
          <p:spPr>
            <a:xfrm>
              <a:off x="6980533" y="1758290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円/楕円 22">
              <a:extLst>
                <a:ext uri="{FF2B5EF4-FFF2-40B4-BE49-F238E27FC236}">
                  <a16:creationId xmlns:a16="http://schemas.microsoft.com/office/drawing/2014/main" id="{8494CD6E-BDE4-4B04-2565-E61532B9886E}"/>
                </a:ext>
              </a:extLst>
            </p:cNvPr>
            <p:cNvSpPr/>
            <p:nvPr/>
          </p:nvSpPr>
          <p:spPr>
            <a:xfrm>
              <a:off x="3948028" y="4436456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円/楕円 23">
              <a:extLst>
                <a:ext uri="{FF2B5EF4-FFF2-40B4-BE49-F238E27FC236}">
                  <a16:creationId xmlns:a16="http://schemas.microsoft.com/office/drawing/2014/main" id="{D6BC5B06-46BC-46D8-F50A-8FA7EAC8BA68}"/>
                </a:ext>
              </a:extLst>
            </p:cNvPr>
            <p:cNvSpPr/>
            <p:nvPr/>
          </p:nvSpPr>
          <p:spPr>
            <a:xfrm>
              <a:off x="4708499" y="4150072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>
              <a:extLst>
                <a:ext uri="{FF2B5EF4-FFF2-40B4-BE49-F238E27FC236}">
                  <a16:creationId xmlns:a16="http://schemas.microsoft.com/office/drawing/2014/main" id="{0226BC2A-4DC8-0C0B-9E2A-E918FAB66278}"/>
                </a:ext>
              </a:extLst>
            </p:cNvPr>
            <p:cNvSpPr/>
            <p:nvPr/>
          </p:nvSpPr>
          <p:spPr>
            <a:xfrm>
              <a:off x="4065412" y="3524165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円/楕円 25">
              <a:extLst>
                <a:ext uri="{FF2B5EF4-FFF2-40B4-BE49-F238E27FC236}">
                  <a16:creationId xmlns:a16="http://schemas.microsoft.com/office/drawing/2014/main" id="{BE20CA88-82BF-3F8A-F306-37DA44DE1297}"/>
                </a:ext>
              </a:extLst>
            </p:cNvPr>
            <p:cNvSpPr/>
            <p:nvPr/>
          </p:nvSpPr>
          <p:spPr>
            <a:xfrm>
              <a:off x="4116176" y="4020725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円/楕円 26">
              <a:extLst>
                <a:ext uri="{FF2B5EF4-FFF2-40B4-BE49-F238E27FC236}">
                  <a16:creationId xmlns:a16="http://schemas.microsoft.com/office/drawing/2014/main" id="{EBF87DE0-E949-2A47-C814-9B2FE0424481}"/>
                </a:ext>
              </a:extLst>
            </p:cNvPr>
            <p:cNvSpPr/>
            <p:nvPr/>
          </p:nvSpPr>
          <p:spPr>
            <a:xfrm>
              <a:off x="5283384" y="3194180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円/楕円 27">
              <a:extLst>
                <a:ext uri="{FF2B5EF4-FFF2-40B4-BE49-F238E27FC236}">
                  <a16:creationId xmlns:a16="http://schemas.microsoft.com/office/drawing/2014/main" id="{F8320DA0-A992-E062-76A0-24FF68AAEA1C}"/>
                </a:ext>
              </a:extLst>
            </p:cNvPr>
            <p:cNvSpPr/>
            <p:nvPr/>
          </p:nvSpPr>
          <p:spPr>
            <a:xfrm>
              <a:off x="4452812" y="3498981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円/楕円 28">
              <a:extLst>
                <a:ext uri="{FF2B5EF4-FFF2-40B4-BE49-F238E27FC236}">
                  <a16:creationId xmlns:a16="http://schemas.microsoft.com/office/drawing/2014/main" id="{762CC2FD-1376-C922-07C1-D6CC6C65E0F6}"/>
                </a:ext>
              </a:extLst>
            </p:cNvPr>
            <p:cNvSpPr/>
            <p:nvPr/>
          </p:nvSpPr>
          <p:spPr>
            <a:xfrm>
              <a:off x="5511572" y="3907193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円/楕円 29">
              <a:extLst>
                <a:ext uri="{FF2B5EF4-FFF2-40B4-BE49-F238E27FC236}">
                  <a16:creationId xmlns:a16="http://schemas.microsoft.com/office/drawing/2014/main" id="{D8C5F480-4774-FB94-A53B-1B8806E2122D}"/>
                </a:ext>
              </a:extLst>
            </p:cNvPr>
            <p:cNvSpPr/>
            <p:nvPr/>
          </p:nvSpPr>
          <p:spPr>
            <a:xfrm>
              <a:off x="5234396" y="3907193"/>
              <a:ext cx="97977" cy="979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D0B250FF-CC35-2A01-9A26-4EA64867D830}"/>
                </a:ext>
              </a:extLst>
            </p:cNvPr>
            <p:cNvSpPr txBox="1"/>
            <p:nvPr/>
          </p:nvSpPr>
          <p:spPr>
            <a:xfrm>
              <a:off x="7922702" y="5422240"/>
              <a:ext cx="1278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身長</a:t>
              </a:r>
              <a:r>
                <a:rPr lang="en-US" altLang="ja-JP" dirty="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 (cm)</a:t>
              </a:r>
              <a:endParaRPr kumimoji="1" lang="ja-JP" altLang="en-US"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C44AC40D-7E43-FDE7-3861-7B3F33FC6721}"/>
                </a:ext>
              </a:extLst>
            </p:cNvPr>
            <p:cNvSpPr txBox="1"/>
            <p:nvPr/>
          </p:nvSpPr>
          <p:spPr>
            <a:xfrm rot="16200000">
              <a:off x="1451352" y="1056341"/>
              <a:ext cx="1278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体重</a:t>
              </a:r>
              <a:r>
                <a:rPr lang="en-US" altLang="ja-JP" dirty="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 (kg)</a:t>
              </a:r>
              <a:endParaRPr kumimoji="1" lang="ja-JP" altLang="en-US"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CEF57B98-5852-6231-140A-6785E31C8878}"/>
                    </a:ext>
                  </a:extLst>
                </p:cNvPr>
                <p:cNvSpPr txBox="1"/>
                <p:nvPr/>
              </p:nvSpPr>
              <p:spPr>
                <a:xfrm>
                  <a:off x="7476621" y="1941587"/>
                  <a:ext cx="1848968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800"/>
                </a:p>
              </p:txBody>
            </p:sp>
          </mc:Choice>
          <mc:Fallback xmlns="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CEF57B98-5852-6231-140A-6785E31C88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621" y="1941587"/>
                  <a:ext cx="1848968" cy="430887"/>
                </a:xfrm>
                <a:prstGeom prst="rect">
                  <a:avLst/>
                </a:prstGeom>
                <a:blipFill>
                  <a:blip r:embed="rId2"/>
                  <a:stretch>
                    <a:fillRect l="-3401" t="-2941" r="-5442" b="-352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曲線コネクタ 37">
              <a:extLst>
                <a:ext uri="{FF2B5EF4-FFF2-40B4-BE49-F238E27FC236}">
                  <a16:creationId xmlns:a16="http://schemas.microsoft.com/office/drawing/2014/main" id="{0922B44E-C9EF-90CF-20FA-9BB0472B6FA2}"/>
                </a:ext>
              </a:extLst>
            </p:cNvPr>
            <p:cNvCxnSpPr>
              <a:cxnSpLocks/>
              <a:stCxn id="36" idx="2"/>
            </p:cNvCxnSpPr>
            <p:nvPr/>
          </p:nvCxnSpPr>
          <p:spPr>
            <a:xfrm rot="5400000" flipH="1">
              <a:off x="7492539" y="1463909"/>
              <a:ext cx="41595" cy="1775536"/>
            </a:xfrm>
            <a:prstGeom prst="curvedConnector4">
              <a:avLst>
                <a:gd name="adj1" fmla="val -549585"/>
                <a:gd name="adj2" fmla="val 76034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0249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83</Words>
  <Application>Microsoft Macintosh PowerPoint</Application>
  <PresentationFormat>ワイド画面</PresentationFormat>
  <Paragraphs>26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HGPSoeiKakugothicUB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鈴木　淳平</dc:creator>
  <cp:lastModifiedBy>SUZUKI JUNPEI</cp:lastModifiedBy>
  <cp:revision>7</cp:revision>
  <dcterms:created xsi:type="dcterms:W3CDTF">2026-01-12T09:29:13Z</dcterms:created>
  <dcterms:modified xsi:type="dcterms:W3CDTF">2026-07-15T07:40:59Z</dcterms:modified>
</cp:coreProperties>
</file>